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4114800" cy="8915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657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TapTime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7772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88"/>
                </a:solidFill>
              </a:defRPr>
            </a:pPr>
            <a:r>
              <a:t>Kein Timer aktiv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280160"/>
            <a:ext cx="1115568" cy="1597914"/>
          </a:xfrm>
          <a:prstGeom prst="roundRect">
            <a:avLst>
              <a:gd name="adj" fmla="val 12295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417320"/>
            <a:ext cx="11155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466594"/>
            <a:ext cx="1115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11111"/>
                </a:solidFill>
              </a:defRPr>
            </a:pPr>
            <a:r>
              <a:t>Kita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99616" y="1280160"/>
            <a:ext cx="1115568" cy="1597914"/>
          </a:xfrm>
          <a:prstGeom prst="roundRect">
            <a:avLst>
              <a:gd name="adj" fmla="val 12295"/>
            </a:avLst>
          </a:prstGeom>
          <a:solidFill>
            <a:srgbClr val="C02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99616" y="1417320"/>
            <a:ext cx="11155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9616" y="2466594"/>
            <a:ext cx="1115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Brainstorm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24912" y="1280160"/>
            <a:ext cx="1115568" cy="1597914"/>
          </a:xfrm>
          <a:prstGeom prst="roundRect">
            <a:avLst>
              <a:gd name="adj" fmla="val 12295"/>
            </a:avLst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24912" y="1417320"/>
            <a:ext cx="11155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⚙️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24912" y="2466594"/>
            <a:ext cx="1115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KI-Ökosystem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2987802"/>
            <a:ext cx="1115568" cy="1597914"/>
          </a:xfrm>
          <a:prstGeom prst="roundRect">
            <a:avLst>
              <a:gd name="adj" fmla="val 12295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3124962"/>
            <a:ext cx="11155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4174236"/>
            <a:ext cx="1115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Hausarbeit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99616" y="2987802"/>
            <a:ext cx="1115568" cy="1597914"/>
          </a:xfrm>
          <a:prstGeom prst="roundRect">
            <a:avLst>
              <a:gd name="adj" fmla="val 12295"/>
            </a:avLst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99616" y="3124962"/>
            <a:ext cx="11155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99616" y="4174236"/>
            <a:ext cx="1115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Kochen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24912" y="2987802"/>
            <a:ext cx="1115568" cy="1597914"/>
          </a:xfrm>
          <a:prstGeom prst="roundRect">
            <a:avLst>
              <a:gd name="adj" fmla="val 12295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24912" y="3124962"/>
            <a:ext cx="11155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24912" y="4174236"/>
            <a:ext cx="1115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Einkaufen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4695444"/>
            <a:ext cx="1115568" cy="1597914"/>
          </a:xfrm>
          <a:prstGeom prst="roundRect">
            <a:avLst>
              <a:gd name="adj" fmla="val 12295"/>
            </a:avLst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4832604"/>
            <a:ext cx="11155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5881878"/>
            <a:ext cx="1115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Kinder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99616" y="4695444"/>
            <a:ext cx="1115568" cy="1597914"/>
          </a:xfrm>
          <a:prstGeom prst="roundRect">
            <a:avLst>
              <a:gd name="adj" fmla="val 12295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99616" y="4832604"/>
            <a:ext cx="11155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99616" y="5881878"/>
            <a:ext cx="1115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EIINH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24912" y="4695444"/>
            <a:ext cx="1115568" cy="1597914"/>
          </a:xfrm>
          <a:prstGeom prst="roundRect">
            <a:avLst>
              <a:gd name="adj" fmla="val 12295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24912" y="4832604"/>
            <a:ext cx="11155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24912" y="5881878"/>
            <a:ext cx="1115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Bilderbuch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4320" y="6403086"/>
            <a:ext cx="1115568" cy="1597914"/>
          </a:xfrm>
          <a:prstGeom prst="roundRect">
            <a:avLst>
              <a:gd name="adj" fmla="val 12295"/>
            </a:avLst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6540246"/>
            <a:ext cx="11155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💛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7589520"/>
            <a:ext cx="1115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11111"/>
                </a:solidFill>
              </a:defRPr>
            </a:pPr>
            <a:r>
              <a:t>Jasmin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499616" y="6403086"/>
            <a:ext cx="1115568" cy="1597914"/>
          </a:xfrm>
          <a:prstGeom prst="roundRect">
            <a:avLst>
              <a:gd name="adj" fmla="val 12295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499616" y="6540246"/>
            <a:ext cx="11155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99616" y="7589520"/>
            <a:ext cx="1115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Freizeit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24912" y="6403086"/>
            <a:ext cx="1115568" cy="1597914"/>
          </a:xfrm>
          <a:prstGeom prst="roundRect">
            <a:avLst>
              <a:gd name="adj" fmla="val 12295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24912" y="6540246"/>
            <a:ext cx="11155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🏃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24912" y="7589520"/>
            <a:ext cx="1115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Sport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8138160"/>
            <a:ext cx="4114800" cy="77724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8138160"/>
            <a:ext cx="4114800" cy="12700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0" y="8211312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⏱️</a:t>
            </a:r>
            <a:br/>
            <a:r>
              <a:t>Timer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71600" y="8211312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</a:defRPr>
            </a:pPr>
            <a:r>
              <a:t>📊</a:t>
            </a:r>
            <a:br/>
            <a:r>
              <a:t>Heute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43200" y="8211312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</a:defRPr>
            </a:pPr>
            <a:r>
              <a:t>💾</a:t>
            </a:r>
            <a:br/>
            <a:r>
              <a:t>Export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Farbpalette — Referenz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3152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</a:defRPr>
            </a:pPr>
            <a:r>
              <a:t>Jede Zeile = harmonischer Farbverlauf links → rechts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28016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</a:defRPr>
            </a:pPr>
            <a:r>
              <a:t>Zeile 1: Amber → Magenta → Indigo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536192"/>
            <a:ext cx="1005840" cy="411480"/>
          </a:xfrm>
          <a:prstGeom prst="roundRect">
            <a:avLst>
              <a:gd name="adj" fmla="val 1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60934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Kita</a:t>
            </a:r>
            <a:br/>
            <a:r>
              <a:t>#f59e0b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1536192"/>
            <a:ext cx="1005840" cy="411480"/>
          </a:xfrm>
          <a:prstGeom prst="roundRect">
            <a:avLst>
              <a:gd name="adj" fmla="val 15000"/>
            </a:avLst>
          </a:prstGeom>
          <a:solidFill>
            <a:srgbClr val="C02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160934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Brainstorm</a:t>
            </a:r>
            <a:br/>
            <a:r>
              <a:t>#c026d3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68880" y="1536192"/>
            <a:ext cx="1005840" cy="411480"/>
          </a:xfrm>
          <a:prstGeom prst="roundRect">
            <a:avLst>
              <a:gd name="adj" fmla="val 15000"/>
            </a:avLst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80" y="160934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KI-Ökosystem</a:t>
            </a:r>
            <a:br/>
            <a:r>
              <a:t>#4f46e5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10312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</a:defRPr>
            </a:pPr>
            <a:r>
              <a:t>Zeile 2: Emerald → Lime → Orange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359152"/>
            <a:ext cx="1005840" cy="411480"/>
          </a:xfrm>
          <a:prstGeom prst="roundRect">
            <a:avLst>
              <a:gd name="adj" fmla="val 15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243230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Hausarbeit</a:t>
            </a:r>
            <a:br/>
            <a:r>
              <a:t>#059669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2359152"/>
            <a:ext cx="1005840" cy="411480"/>
          </a:xfrm>
          <a:prstGeom prst="roundRect">
            <a:avLst>
              <a:gd name="adj" fmla="val 15000"/>
            </a:avLst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243230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Kochen</a:t>
            </a:r>
            <a:br/>
            <a:r>
              <a:t>#65a30d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68880" y="2359152"/>
            <a:ext cx="1005840" cy="411480"/>
          </a:xfrm>
          <a:prstGeom prst="roundRect">
            <a:avLst>
              <a:gd name="adj" fmla="val 15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80" y="243230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Einkaufen</a:t>
            </a:r>
            <a:br/>
            <a:r>
              <a:t>#ea580c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292608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</a:defRPr>
            </a:pPr>
            <a:r>
              <a:t>Zeile 3: Rose → Indigo → Violet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3182112"/>
            <a:ext cx="1005840" cy="411480"/>
          </a:xfrm>
          <a:prstGeom prst="roundRect">
            <a:avLst>
              <a:gd name="adj" fmla="val 15000"/>
            </a:avLst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325526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Kinder</a:t>
            </a:r>
            <a:br/>
            <a:r>
              <a:t>#e11d48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71600" y="3182112"/>
            <a:ext cx="1005840" cy="411480"/>
          </a:xfrm>
          <a:prstGeom prst="roundRect">
            <a:avLst>
              <a:gd name="adj" fmla="val 1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325526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EIINH</a:t>
            </a:r>
            <a:br/>
            <a:r>
              <a:t>#6366f1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68880" y="3182112"/>
            <a:ext cx="1005840" cy="411480"/>
          </a:xfrm>
          <a:prstGeom prst="roundRect">
            <a:avLst>
              <a:gd name="adj" fmla="val 15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68880" y="325526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Bilderbuch</a:t>
            </a:r>
            <a:br/>
            <a:r>
              <a:t>#7c3aed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374904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</a:defRPr>
            </a:pPr>
            <a:r>
              <a:t>Zeile 4: Gold → Teal → Emerald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005072"/>
            <a:ext cx="1005840" cy="411480"/>
          </a:xfrm>
          <a:prstGeom prst="roundRect">
            <a:avLst>
              <a:gd name="adj" fmla="val 15000"/>
            </a:avLst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407822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Jasmin</a:t>
            </a:r>
            <a:br/>
            <a:r>
              <a:t>#eab308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71600" y="4005072"/>
            <a:ext cx="1005840" cy="411480"/>
          </a:xfrm>
          <a:prstGeom prst="roundRect">
            <a:avLst>
              <a:gd name="adj" fmla="val 1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0" y="407822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Freizeit</a:t>
            </a:r>
            <a:br/>
            <a:r>
              <a:t>#0d9488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468880" y="4005072"/>
            <a:ext cx="1005840" cy="411480"/>
          </a:xfrm>
          <a:prstGeom prst="roundRect">
            <a:avLst>
              <a:gd name="adj" fmla="val 1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68880" y="407822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Sport</a:t>
            </a:r>
            <a:br/>
            <a:r>
              <a:t>#16a34a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47548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Alternative Farbverläufe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530352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CCCCC"/>
                </a:solidFill>
              </a:defRPr>
            </a:pPr>
            <a:r>
              <a:t>Option B: Monochrom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4320" y="5577840"/>
            <a:ext cx="1005840" cy="256032"/>
          </a:xfrm>
          <a:prstGeom prst="roundRect">
            <a:avLst>
              <a:gd name="adj" fmla="val 1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560527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#6366f1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371600" y="5577840"/>
            <a:ext cx="1005840" cy="256032"/>
          </a:xfrm>
          <a:prstGeom prst="roundRect">
            <a:avLst>
              <a:gd name="adj" fmla="val 15000"/>
            </a:avLst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1600" y="560527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#818cf8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468880" y="5577840"/>
            <a:ext cx="1005840" cy="256032"/>
          </a:xfrm>
          <a:prstGeom prst="roundRect">
            <a:avLst>
              <a:gd name="adj" fmla="val 15000"/>
            </a:avLst>
          </a:prstGeom>
          <a:solidFill>
            <a:srgbClr val="A5B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468880" y="560527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#a5b4fc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74320" y="5897880"/>
            <a:ext cx="1005840" cy="256032"/>
          </a:xfrm>
          <a:prstGeom prst="roundRect">
            <a:avLst>
              <a:gd name="adj" fmla="val 15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" y="592531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#059669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371600" y="5897880"/>
            <a:ext cx="1005840" cy="256032"/>
          </a:xfrm>
          <a:prstGeom prst="roundRect">
            <a:avLst>
              <a:gd name="adj" fmla="val 15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371600" y="592531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#34d399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468880" y="5897880"/>
            <a:ext cx="1005840" cy="256032"/>
          </a:xfrm>
          <a:prstGeom prst="roundRect">
            <a:avLst>
              <a:gd name="adj" fmla="val 15000"/>
            </a:avLst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468880" y="592531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#86efac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74320" y="6217920"/>
            <a:ext cx="1005840" cy="256032"/>
          </a:xfrm>
          <a:prstGeom prst="roundRect">
            <a:avLst>
              <a:gd name="adj" fmla="val 15000"/>
            </a:avLst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4320" y="624535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#e11d48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371600" y="6217920"/>
            <a:ext cx="1005840" cy="256032"/>
          </a:xfrm>
          <a:prstGeom prst="roundRect">
            <a:avLst>
              <a:gd name="adj" fmla="val 15000"/>
            </a:avLst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71600" y="624535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#fb7185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468880" y="6217920"/>
            <a:ext cx="1005840" cy="256032"/>
          </a:xfrm>
          <a:prstGeom prst="roundRect">
            <a:avLst>
              <a:gd name="adj" fmla="val 15000"/>
            </a:avLst>
          </a:prstGeom>
          <a:solidFill>
            <a:srgbClr val="FD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468880" y="624535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#fda4af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74320" y="6537960"/>
            <a:ext cx="1005840" cy="256032"/>
          </a:xfrm>
          <a:prstGeom prst="roundRect">
            <a:avLst>
              <a:gd name="adj" fmla="val 15000"/>
            </a:avLst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656539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#eab308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371600" y="6537960"/>
            <a:ext cx="1005840" cy="256032"/>
          </a:xfrm>
          <a:prstGeom prst="roundRect">
            <a:avLst>
              <a:gd name="adj" fmla="val 15000"/>
            </a:avLst>
          </a:prstGeom>
          <a:solidFill>
            <a:srgbClr val="FC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371600" y="656539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#fcd34d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468880" y="6537960"/>
            <a:ext cx="1005840" cy="256032"/>
          </a:xfrm>
          <a:prstGeom prst="roundRect">
            <a:avLst>
              <a:gd name="adj" fmla="val 15000"/>
            </a:avLst>
          </a:prstGeom>
          <a:solidFill>
            <a:srgbClr val="FEF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468880" y="656539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#fef08a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4320" y="694944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CCCCC"/>
                </a:solidFill>
              </a:defRPr>
            </a:pPr>
            <a:r>
              <a:t>Option C: Rainbow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74320" y="7223760"/>
            <a:ext cx="1005840" cy="256032"/>
          </a:xfrm>
          <a:prstGeom prst="roundRect">
            <a:avLst>
              <a:gd name="adj" fmla="val 1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74320" y="725119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#ef4444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371600" y="7223760"/>
            <a:ext cx="1005840" cy="256032"/>
          </a:xfrm>
          <a:prstGeom prst="roundRect">
            <a:avLst>
              <a:gd name="adj" fmla="val 15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371600" y="725119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#f97316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2468880" y="7223760"/>
            <a:ext cx="1005840" cy="256032"/>
          </a:xfrm>
          <a:prstGeom prst="roundRect">
            <a:avLst>
              <a:gd name="adj" fmla="val 15000"/>
            </a:avLst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468880" y="725119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#eab308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74320" y="7543800"/>
            <a:ext cx="1005840" cy="256032"/>
          </a:xfrm>
          <a:prstGeom prst="roundRect">
            <a:avLst>
              <a:gd name="adj" fmla="val 15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74320" y="7571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#22c55e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371600" y="7543800"/>
            <a:ext cx="1005840" cy="256032"/>
          </a:xfrm>
          <a:prstGeom prst="roundRect">
            <a:avLst>
              <a:gd name="adj" fmla="val 1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371600" y="7571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#0d9488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468880" y="7543800"/>
            <a:ext cx="1005840" cy="256032"/>
          </a:xfrm>
          <a:prstGeom prst="roundRect">
            <a:avLst>
              <a:gd name="adj" fmla="val 15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468880" y="7571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#0ea5e9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274320" y="7863840"/>
            <a:ext cx="1005840" cy="256032"/>
          </a:xfrm>
          <a:prstGeom prst="roundRect">
            <a:avLst>
              <a:gd name="adj" fmla="val 1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74320" y="789127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#6366f1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371600" y="7863840"/>
            <a:ext cx="1005840" cy="256032"/>
          </a:xfrm>
          <a:prstGeom prst="roundRect">
            <a:avLst>
              <a:gd name="adj" fmla="val 15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371600" y="789127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#8b5cf6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2468880" y="7863840"/>
            <a:ext cx="1005840" cy="256032"/>
          </a:xfrm>
          <a:prstGeom prst="roundRect">
            <a:avLst>
              <a:gd name="adj" fmla="val 1500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468880" y="789127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#a855f7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274320" y="8183880"/>
            <a:ext cx="1005840" cy="256032"/>
          </a:xfrm>
          <a:prstGeom prst="roundRect">
            <a:avLst>
              <a:gd name="adj" fmla="val 15000"/>
            </a:avLst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74320" y="821131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#ec4899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371600" y="8183880"/>
            <a:ext cx="1005840" cy="256032"/>
          </a:xfrm>
          <a:prstGeom prst="roundRect">
            <a:avLst>
              <a:gd name="adj" fmla="val 15000"/>
            </a:avLst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371600" y="821131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#f43f5e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2468880" y="8183880"/>
            <a:ext cx="1005840" cy="256032"/>
          </a:xfrm>
          <a:prstGeom prst="roundRect">
            <a:avLst>
              <a:gd name="adj" fmla="val 15000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468880" y="821131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#fb923c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